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58" r:id="rId5"/>
    <p:sldId id="265" r:id="rId6"/>
    <p:sldId id="259" r:id="rId7"/>
    <p:sldId id="260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820C95-5868-42EF-8016-6F88E87F9125}" v="28" dt="2026-03-26T14:30:48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492" autoAdjust="0"/>
  </p:normalViewPr>
  <p:slideViewPr>
    <p:cSldViewPr snapToGrid="0" snapToObjects="1">
      <p:cViewPr varScale="1">
        <p:scale>
          <a:sx n="61" d="100"/>
          <a:sy n="61" d="100"/>
        </p:scale>
        <p:origin x="1833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 Porter" userId="d2ee64f64fc2b2a3" providerId="LiveId" clId="{751CC3EB-2E41-476B-B13E-2F1AFD56CBB7}"/>
    <pc:docChg chg="custSel addSld delSld modSld sldOrd">
      <pc:chgData name="Max Porter" userId="d2ee64f64fc2b2a3" providerId="LiveId" clId="{751CC3EB-2E41-476B-B13E-2F1AFD56CBB7}" dt="2026-03-26T14:31:03.931" v="2489" actId="114"/>
      <pc:docMkLst>
        <pc:docMk/>
      </pc:docMkLst>
      <pc:sldChg chg="modSp mod">
        <pc:chgData name="Max Porter" userId="d2ee64f64fc2b2a3" providerId="LiveId" clId="{751CC3EB-2E41-476B-B13E-2F1AFD56CBB7}" dt="2026-03-26T13:36:10.618" v="36" actId="20577"/>
        <pc:sldMkLst>
          <pc:docMk/>
          <pc:sldMk cId="0" sldId="256"/>
        </pc:sldMkLst>
        <pc:spChg chg="mod">
          <ac:chgData name="Max Porter" userId="d2ee64f64fc2b2a3" providerId="LiveId" clId="{751CC3EB-2E41-476B-B13E-2F1AFD56CBB7}" dt="2026-03-26T13:36:10.618" v="36" actId="20577"/>
          <ac:spMkLst>
            <pc:docMk/>
            <pc:sldMk cId="0" sldId="256"/>
            <ac:spMk id="6" creationId="{00000000-0000-0000-0000-000000000000}"/>
          </ac:spMkLst>
        </pc:spChg>
      </pc:sldChg>
      <pc:sldChg chg="delSp modSp mod">
        <pc:chgData name="Max Porter" userId="d2ee64f64fc2b2a3" providerId="LiveId" clId="{751CC3EB-2E41-476B-B13E-2F1AFD56CBB7}" dt="2026-03-26T14:14:02.024" v="1252" actId="1076"/>
        <pc:sldMkLst>
          <pc:docMk/>
          <pc:sldMk cId="0" sldId="257"/>
        </pc:sldMkLst>
        <pc:spChg chg="mod">
          <ac:chgData name="Max Porter" userId="d2ee64f64fc2b2a3" providerId="LiveId" clId="{751CC3EB-2E41-476B-B13E-2F1AFD56CBB7}" dt="2026-03-26T14:13:32.610" v="1242" actId="114"/>
          <ac:spMkLst>
            <pc:docMk/>
            <pc:sldMk cId="0" sldId="257"/>
            <ac:spMk id="4" creationId="{00000000-0000-0000-0000-000000000000}"/>
          </ac:spMkLst>
        </pc:spChg>
        <pc:spChg chg="mod">
          <ac:chgData name="Max Porter" userId="d2ee64f64fc2b2a3" providerId="LiveId" clId="{751CC3EB-2E41-476B-B13E-2F1AFD56CBB7}" dt="2026-03-26T14:13:37.319" v="1244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Max Porter" userId="d2ee64f64fc2b2a3" providerId="LiveId" clId="{751CC3EB-2E41-476B-B13E-2F1AFD56CBB7}" dt="2026-03-26T14:13:53.210" v="1250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Max Porter" userId="d2ee64f64fc2b2a3" providerId="LiveId" clId="{751CC3EB-2E41-476B-B13E-2F1AFD56CBB7}" dt="2026-03-26T14:13:57.082" v="1251" actId="1076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Max Porter" userId="d2ee64f64fc2b2a3" providerId="LiveId" clId="{751CC3EB-2E41-476B-B13E-2F1AFD56CBB7}" dt="2026-03-26T14:13:46.659" v="1249" actId="478"/>
          <ac:spMkLst>
            <pc:docMk/>
            <pc:sldMk cId="0" sldId="257"/>
            <ac:spMk id="8" creationId="{00000000-0000-0000-0000-000000000000}"/>
          </ac:spMkLst>
        </pc:spChg>
        <pc:spChg chg="mod">
          <ac:chgData name="Max Porter" userId="d2ee64f64fc2b2a3" providerId="LiveId" clId="{751CC3EB-2E41-476B-B13E-2F1AFD56CBB7}" dt="2026-03-26T14:14:02.024" v="1252" actId="1076"/>
          <ac:spMkLst>
            <pc:docMk/>
            <pc:sldMk cId="0" sldId="257"/>
            <ac:spMk id="9" creationId="{00000000-0000-0000-0000-000000000000}"/>
          </ac:spMkLst>
        </pc:spChg>
      </pc:sldChg>
      <pc:sldChg chg="addSp delSp modSp mod ord">
        <pc:chgData name="Max Porter" userId="d2ee64f64fc2b2a3" providerId="LiveId" clId="{751CC3EB-2E41-476B-B13E-2F1AFD56CBB7}" dt="2026-03-26T14:26:05.421" v="2071" actId="20577"/>
        <pc:sldMkLst>
          <pc:docMk/>
          <pc:sldMk cId="0" sldId="258"/>
        </pc:sldMkLst>
        <pc:spChg chg="mod">
          <ac:chgData name="Max Porter" userId="d2ee64f64fc2b2a3" providerId="LiveId" clId="{751CC3EB-2E41-476B-B13E-2F1AFD56CBB7}" dt="2026-03-26T14:26:05.421" v="2071" actId="20577"/>
          <ac:spMkLst>
            <pc:docMk/>
            <pc:sldMk cId="0" sldId="258"/>
            <ac:spMk id="4" creationId="{00000000-0000-0000-0000-000000000000}"/>
          </ac:spMkLst>
        </pc:spChg>
        <pc:spChg chg="del">
          <ac:chgData name="Max Porter" userId="d2ee64f64fc2b2a3" providerId="LiveId" clId="{751CC3EB-2E41-476B-B13E-2F1AFD56CBB7}" dt="2026-03-26T13:40:39.862" v="139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Max Porter" userId="d2ee64f64fc2b2a3" providerId="LiveId" clId="{751CC3EB-2E41-476B-B13E-2F1AFD56CBB7}" dt="2026-03-26T13:40:31.232" v="136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Max Porter" userId="d2ee64f64fc2b2a3" providerId="LiveId" clId="{751CC3EB-2E41-476B-B13E-2F1AFD56CBB7}" dt="2026-03-26T13:40:39.862" v="139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Max Porter" userId="d2ee64f64fc2b2a3" providerId="LiveId" clId="{751CC3EB-2E41-476B-B13E-2F1AFD56CBB7}" dt="2026-03-26T13:40:39.862" v="139" actId="478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Max Porter" userId="d2ee64f64fc2b2a3" providerId="LiveId" clId="{751CC3EB-2E41-476B-B13E-2F1AFD56CBB7}" dt="2026-03-26T13:40:33.076" v="137" actId="478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Max Porter" userId="d2ee64f64fc2b2a3" providerId="LiveId" clId="{751CC3EB-2E41-476B-B13E-2F1AFD56CBB7}" dt="2026-03-26T13:40:39.862" v="139" actId="478"/>
          <ac:spMkLst>
            <pc:docMk/>
            <pc:sldMk cId="0" sldId="258"/>
            <ac:spMk id="11" creationId="{00000000-0000-0000-0000-000000000000}"/>
          </ac:spMkLst>
        </pc:spChg>
        <pc:spChg chg="del mod">
          <ac:chgData name="Max Porter" userId="d2ee64f64fc2b2a3" providerId="LiveId" clId="{751CC3EB-2E41-476B-B13E-2F1AFD56CBB7}" dt="2026-03-26T13:40:39.862" v="139" actId="478"/>
          <ac:spMkLst>
            <pc:docMk/>
            <pc:sldMk cId="0" sldId="258"/>
            <ac:spMk id="12" creationId="{00000000-0000-0000-0000-000000000000}"/>
          </ac:spMkLst>
        </pc:spChg>
        <pc:spChg chg="del mod">
          <ac:chgData name="Max Porter" userId="d2ee64f64fc2b2a3" providerId="LiveId" clId="{751CC3EB-2E41-476B-B13E-2F1AFD56CBB7}" dt="2026-03-26T13:40:35.629" v="138" actId="478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Max Porter" userId="d2ee64f64fc2b2a3" providerId="LiveId" clId="{751CC3EB-2E41-476B-B13E-2F1AFD56CBB7}" dt="2026-03-26T13:40:39.862" v="139" actId="478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Max Porter" userId="d2ee64f64fc2b2a3" providerId="LiveId" clId="{751CC3EB-2E41-476B-B13E-2F1AFD56CBB7}" dt="2026-03-26T13:40:39.862" v="139" actId="478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Max Porter" userId="d2ee64f64fc2b2a3" providerId="LiveId" clId="{751CC3EB-2E41-476B-B13E-2F1AFD56CBB7}" dt="2026-03-26T13:40:39.862" v="139" actId="478"/>
          <ac:spMkLst>
            <pc:docMk/>
            <pc:sldMk cId="0" sldId="258"/>
            <ac:spMk id="17" creationId="{00000000-0000-0000-0000-000000000000}"/>
          </ac:spMkLst>
        </pc:spChg>
        <pc:spChg chg="del mod">
          <ac:chgData name="Max Porter" userId="d2ee64f64fc2b2a3" providerId="LiveId" clId="{751CC3EB-2E41-476B-B13E-2F1AFD56CBB7}" dt="2026-03-26T13:40:39.862" v="139" actId="478"/>
          <ac:spMkLst>
            <pc:docMk/>
            <pc:sldMk cId="0" sldId="258"/>
            <ac:spMk id="18" creationId="{00000000-0000-0000-0000-000000000000}"/>
          </ac:spMkLst>
        </pc:spChg>
        <pc:spChg chg="del mod">
          <ac:chgData name="Max Porter" userId="d2ee64f64fc2b2a3" providerId="LiveId" clId="{751CC3EB-2E41-476B-B13E-2F1AFD56CBB7}" dt="2026-03-26T13:40:39.862" v="139" actId="478"/>
          <ac:spMkLst>
            <pc:docMk/>
            <pc:sldMk cId="0" sldId="258"/>
            <ac:spMk id="19" creationId="{00000000-0000-0000-0000-000000000000}"/>
          </ac:spMkLst>
        </pc:spChg>
        <pc:spChg chg="add del mod">
          <ac:chgData name="Max Porter" userId="d2ee64f64fc2b2a3" providerId="LiveId" clId="{751CC3EB-2E41-476B-B13E-2F1AFD56CBB7}" dt="2026-03-26T13:59:36.926" v="841" actId="478"/>
          <ac:spMkLst>
            <pc:docMk/>
            <pc:sldMk cId="0" sldId="258"/>
            <ac:spMk id="22" creationId="{508ABA44-9405-FC53-E690-A11A790A5079}"/>
          </ac:spMkLst>
        </pc:spChg>
        <pc:spChg chg="add del mod">
          <ac:chgData name="Max Porter" userId="d2ee64f64fc2b2a3" providerId="LiveId" clId="{751CC3EB-2E41-476B-B13E-2F1AFD56CBB7}" dt="2026-03-26T13:59:36.926" v="841" actId="478"/>
          <ac:spMkLst>
            <pc:docMk/>
            <pc:sldMk cId="0" sldId="258"/>
            <ac:spMk id="23" creationId="{71A7000D-4957-9E1A-4416-7B3E680D0E4C}"/>
          </ac:spMkLst>
        </pc:spChg>
        <pc:spChg chg="add del mod">
          <ac:chgData name="Max Porter" userId="d2ee64f64fc2b2a3" providerId="LiveId" clId="{751CC3EB-2E41-476B-B13E-2F1AFD56CBB7}" dt="2026-03-26T14:22:57.921" v="1799" actId="478"/>
          <ac:spMkLst>
            <pc:docMk/>
            <pc:sldMk cId="0" sldId="258"/>
            <ac:spMk id="24" creationId="{BC12902D-1BBF-458C-4237-0C24999EF886}"/>
          </ac:spMkLst>
        </pc:spChg>
        <pc:spChg chg="add del mod">
          <ac:chgData name="Max Porter" userId="d2ee64f64fc2b2a3" providerId="LiveId" clId="{751CC3EB-2E41-476B-B13E-2F1AFD56CBB7}" dt="2026-03-26T14:18:23.655" v="1428"/>
          <ac:spMkLst>
            <pc:docMk/>
            <pc:sldMk cId="0" sldId="258"/>
            <ac:spMk id="25" creationId="{FC7B91AC-073A-210A-FE7F-FF30F2C1B5A0}"/>
          </ac:spMkLst>
        </pc:spChg>
        <pc:spChg chg="add del mod">
          <ac:chgData name="Max Porter" userId="d2ee64f64fc2b2a3" providerId="LiveId" clId="{751CC3EB-2E41-476B-B13E-2F1AFD56CBB7}" dt="2026-03-26T14:22:54.823" v="1798" actId="478"/>
          <ac:spMkLst>
            <pc:docMk/>
            <pc:sldMk cId="0" sldId="258"/>
            <ac:spMk id="26" creationId="{4309CB8F-CD6E-9340-5BA6-B65AAEB72F01}"/>
          </ac:spMkLst>
        </pc:spChg>
        <pc:picChg chg="add del mod">
          <ac:chgData name="Max Porter" userId="d2ee64f64fc2b2a3" providerId="LiveId" clId="{751CC3EB-2E41-476B-B13E-2F1AFD56CBB7}" dt="2026-03-26T13:59:37.916" v="842" actId="478"/>
          <ac:picMkLst>
            <pc:docMk/>
            <pc:sldMk cId="0" sldId="258"/>
            <ac:picMk id="21" creationId="{652139AF-A1ED-EF95-89FD-4287DCAB965B}"/>
          </ac:picMkLst>
        </pc:picChg>
        <pc:picChg chg="add del mod">
          <ac:chgData name="Max Porter" userId="d2ee64f64fc2b2a3" providerId="LiveId" clId="{751CC3EB-2E41-476B-B13E-2F1AFD56CBB7}" dt="2026-03-26T14:22:59.089" v="1800" actId="478"/>
          <ac:picMkLst>
            <pc:docMk/>
            <pc:sldMk cId="0" sldId="258"/>
            <ac:picMk id="1026" creationId="{A8C255B9-0DB2-A6CB-31C0-0405BFC22583}"/>
          </ac:picMkLst>
        </pc:picChg>
      </pc:sldChg>
      <pc:sldChg chg="addSp delSp modSp mod">
        <pc:chgData name="Max Porter" userId="d2ee64f64fc2b2a3" providerId="LiveId" clId="{751CC3EB-2E41-476B-B13E-2F1AFD56CBB7}" dt="2026-03-26T14:29:52.996" v="2409" actId="20577"/>
        <pc:sldMkLst>
          <pc:docMk/>
          <pc:sldMk cId="0" sldId="259"/>
        </pc:sldMkLst>
        <pc:spChg chg="mod">
          <ac:chgData name="Max Porter" userId="d2ee64f64fc2b2a3" providerId="LiveId" clId="{751CC3EB-2E41-476B-B13E-2F1AFD56CBB7}" dt="2026-03-26T14:29:15.111" v="2366" actId="20577"/>
          <ac:spMkLst>
            <pc:docMk/>
            <pc:sldMk cId="0" sldId="259"/>
            <ac:spMk id="3" creationId="{00000000-0000-0000-0000-000000000000}"/>
          </ac:spMkLst>
        </pc:spChg>
        <pc:spChg chg="del">
          <ac:chgData name="Max Porter" userId="d2ee64f64fc2b2a3" providerId="LiveId" clId="{751CC3EB-2E41-476B-B13E-2F1AFD56CBB7}" dt="2026-03-26T13:38:27.731" v="107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Max Porter" userId="d2ee64f64fc2b2a3" providerId="LiveId" clId="{751CC3EB-2E41-476B-B13E-2F1AFD56CBB7}" dt="2026-03-26T13:43:59.837" v="145" actId="207"/>
          <ac:spMkLst>
            <pc:docMk/>
            <pc:sldMk cId="0" sldId="259"/>
            <ac:spMk id="6" creationId="{00000000-0000-0000-0000-000000000000}"/>
          </ac:spMkLst>
        </pc:spChg>
        <pc:spChg chg="del">
          <ac:chgData name="Max Porter" userId="d2ee64f64fc2b2a3" providerId="LiveId" clId="{751CC3EB-2E41-476B-B13E-2F1AFD56CBB7}" dt="2026-03-26T13:38:29.150" v="108" actId="478"/>
          <ac:spMkLst>
            <pc:docMk/>
            <pc:sldMk cId="0" sldId="259"/>
            <ac:spMk id="7" creationId="{00000000-0000-0000-0000-000000000000}"/>
          </ac:spMkLst>
        </pc:spChg>
        <pc:spChg chg="mod">
          <ac:chgData name="Max Porter" userId="d2ee64f64fc2b2a3" providerId="LiveId" clId="{751CC3EB-2E41-476B-B13E-2F1AFD56CBB7}" dt="2026-03-26T14:09:05.591" v="1147" actId="403"/>
          <ac:spMkLst>
            <pc:docMk/>
            <pc:sldMk cId="0" sldId="259"/>
            <ac:spMk id="9" creationId="{00000000-0000-0000-0000-000000000000}"/>
          </ac:spMkLst>
        </pc:spChg>
        <pc:spChg chg="del">
          <ac:chgData name="Max Porter" userId="d2ee64f64fc2b2a3" providerId="LiveId" clId="{751CC3EB-2E41-476B-B13E-2F1AFD56CBB7}" dt="2026-03-26T13:38:30.379" v="109" actId="478"/>
          <ac:spMkLst>
            <pc:docMk/>
            <pc:sldMk cId="0" sldId="259"/>
            <ac:spMk id="10" creationId="{00000000-0000-0000-0000-000000000000}"/>
          </ac:spMkLst>
        </pc:spChg>
        <pc:spChg chg="mod">
          <ac:chgData name="Max Porter" userId="d2ee64f64fc2b2a3" providerId="LiveId" clId="{751CC3EB-2E41-476B-B13E-2F1AFD56CBB7}" dt="2026-03-26T14:09:05.591" v="1147" actId="403"/>
          <ac:spMkLst>
            <pc:docMk/>
            <pc:sldMk cId="0" sldId="259"/>
            <ac:spMk id="12" creationId="{00000000-0000-0000-0000-000000000000}"/>
          </ac:spMkLst>
        </pc:spChg>
        <pc:spChg chg="del">
          <ac:chgData name="Max Porter" userId="d2ee64f64fc2b2a3" providerId="LiveId" clId="{751CC3EB-2E41-476B-B13E-2F1AFD56CBB7}" dt="2026-03-26T13:38:31.648" v="110" actId="478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ax Porter" userId="d2ee64f64fc2b2a3" providerId="LiveId" clId="{751CC3EB-2E41-476B-B13E-2F1AFD56CBB7}" dt="2026-03-26T14:09:05.591" v="1147" actId="403"/>
          <ac:spMkLst>
            <pc:docMk/>
            <pc:sldMk cId="0" sldId="259"/>
            <ac:spMk id="15" creationId="{00000000-0000-0000-0000-000000000000}"/>
          </ac:spMkLst>
        </pc:spChg>
        <pc:spChg chg="del">
          <ac:chgData name="Max Porter" userId="d2ee64f64fc2b2a3" providerId="LiveId" clId="{751CC3EB-2E41-476B-B13E-2F1AFD56CBB7}" dt="2026-03-26T13:38:33.191" v="111" actId="478"/>
          <ac:spMkLst>
            <pc:docMk/>
            <pc:sldMk cId="0" sldId="259"/>
            <ac:spMk id="16" creationId="{00000000-0000-0000-0000-000000000000}"/>
          </ac:spMkLst>
        </pc:spChg>
        <pc:spChg chg="mod">
          <ac:chgData name="Max Porter" userId="d2ee64f64fc2b2a3" providerId="LiveId" clId="{751CC3EB-2E41-476B-B13E-2F1AFD56CBB7}" dt="2026-03-26T14:09:05.591" v="1147" actId="403"/>
          <ac:spMkLst>
            <pc:docMk/>
            <pc:sldMk cId="0" sldId="259"/>
            <ac:spMk id="17" creationId="{00000000-0000-0000-0000-000000000000}"/>
          </ac:spMkLst>
        </pc:spChg>
        <pc:spChg chg="mod">
          <ac:chgData name="Max Porter" userId="d2ee64f64fc2b2a3" providerId="LiveId" clId="{751CC3EB-2E41-476B-B13E-2F1AFD56CBB7}" dt="2026-03-26T13:44:11.354" v="149" actId="20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ax Porter" userId="d2ee64f64fc2b2a3" providerId="LiveId" clId="{751CC3EB-2E41-476B-B13E-2F1AFD56CBB7}" dt="2026-03-26T14:09:05.591" v="1147" actId="40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Max Porter" userId="d2ee64f64fc2b2a3" providerId="LiveId" clId="{751CC3EB-2E41-476B-B13E-2F1AFD56CBB7}" dt="2026-03-26T13:43:56.909" v="144" actId="20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Max Porter" userId="d2ee64f64fc2b2a3" providerId="LiveId" clId="{751CC3EB-2E41-476B-B13E-2F1AFD56CBB7}" dt="2026-03-26T14:09:05.591" v="1147" actId="403"/>
          <ac:spMkLst>
            <pc:docMk/>
            <pc:sldMk cId="0" sldId="259"/>
            <ac:spMk id="22" creationId="{00000000-0000-0000-0000-000000000000}"/>
          </ac:spMkLst>
        </pc:spChg>
        <pc:spChg chg="mod">
          <ac:chgData name="Max Porter" userId="d2ee64f64fc2b2a3" providerId="LiveId" clId="{751CC3EB-2E41-476B-B13E-2F1AFD56CBB7}" dt="2026-03-26T14:09:05.591" v="1147" actId="403"/>
          <ac:spMkLst>
            <pc:docMk/>
            <pc:sldMk cId="0" sldId="259"/>
            <ac:spMk id="23" creationId="{00000000-0000-0000-0000-000000000000}"/>
          </ac:spMkLst>
        </pc:spChg>
        <pc:spChg chg="mod">
          <ac:chgData name="Max Porter" userId="d2ee64f64fc2b2a3" providerId="LiveId" clId="{751CC3EB-2E41-476B-B13E-2F1AFD56CBB7}" dt="2026-03-26T14:09:05.591" v="1147" actId="403"/>
          <ac:spMkLst>
            <pc:docMk/>
            <pc:sldMk cId="0" sldId="259"/>
            <ac:spMk id="24" creationId="{00000000-0000-0000-0000-000000000000}"/>
          </ac:spMkLst>
        </pc:spChg>
        <pc:spChg chg="mod">
          <ac:chgData name="Max Porter" userId="d2ee64f64fc2b2a3" providerId="LiveId" clId="{751CC3EB-2E41-476B-B13E-2F1AFD56CBB7}" dt="2026-03-26T13:44:22.185" v="151" actId="207"/>
          <ac:spMkLst>
            <pc:docMk/>
            <pc:sldMk cId="0" sldId="259"/>
            <ac:spMk id="25" creationId="{00000000-0000-0000-0000-000000000000}"/>
          </ac:spMkLst>
        </pc:spChg>
        <pc:spChg chg="mod">
          <ac:chgData name="Max Porter" userId="d2ee64f64fc2b2a3" providerId="LiveId" clId="{751CC3EB-2E41-476B-B13E-2F1AFD56CBB7}" dt="2026-03-26T14:09:05.591" v="1147" actId="403"/>
          <ac:spMkLst>
            <pc:docMk/>
            <pc:sldMk cId="0" sldId="259"/>
            <ac:spMk id="26" creationId="{00000000-0000-0000-0000-000000000000}"/>
          </ac:spMkLst>
        </pc:spChg>
        <pc:spChg chg="mod">
          <ac:chgData name="Max Porter" userId="d2ee64f64fc2b2a3" providerId="LiveId" clId="{751CC3EB-2E41-476B-B13E-2F1AFD56CBB7}" dt="2026-03-26T13:44:37.984" v="154" actId="113"/>
          <ac:spMkLst>
            <pc:docMk/>
            <pc:sldMk cId="0" sldId="259"/>
            <ac:spMk id="27" creationId="{00000000-0000-0000-0000-000000000000}"/>
          </ac:spMkLst>
        </pc:spChg>
        <pc:spChg chg="mod">
          <ac:chgData name="Max Porter" userId="d2ee64f64fc2b2a3" providerId="LiveId" clId="{751CC3EB-2E41-476B-B13E-2F1AFD56CBB7}" dt="2026-03-26T14:09:05.591" v="1147" actId="403"/>
          <ac:spMkLst>
            <pc:docMk/>
            <pc:sldMk cId="0" sldId="259"/>
            <ac:spMk id="29" creationId="{00000000-0000-0000-0000-000000000000}"/>
          </ac:spMkLst>
        </pc:spChg>
        <pc:spChg chg="add mod">
          <ac:chgData name="Max Porter" userId="d2ee64f64fc2b2a3" providerId="LiveId" clId="{751CC3EB-2E41-476B-B13E-2F1AFD56CBB7}" dt="2026-03-26T14:29:52.996" v="2409" actId="20577"/>
          <ac:spMkLst>
            <pc:docMk/>
            <pc:sldMk cId="0" sldId="259"/>
            <ac:spMk id="30" creationId="{C4C3ADAF-36CB-2B9F-B5A4-821025AB4744}"/>
          </ac:spMkLst>
        </pc:spChg>
      </pc:sldChg>
      <pc:sldChg chg="delSp modSp mod">
        <pc:chgData name="Max Porter" userId="d2ee64f64fc2b2a3" providerId="LiveId" clId="{751CC3EB-2E41-476B-B13E-2F1AFD56CBB7}" dt="2026-03-26T14:10:09.019" v="1151" actId="403"/>
        <pc:sldMkLst>
          <pc:docMk/>
          <pc:sldMk cId="0" sldId="260"/>
        </pc:sldMkLst>
        <pc:spChg chg="mod">
          <ac:chgData name="Max Porter" userId="d2ee64f64fc2b2a3" providerId="LiveId" clId="{751CC3EB-2E41-476B-B13E-2F1AFD56CBB7}" dt="2026-03-26T13:52:33.500" v="307" actId="20577"/>
          <ac:spMkLst>
            <pc:docMk/>
            <pc:sldMk cId="0" sldId="260"/>
            <ac:spMk id="4" creationId="{00000000-0000-0000-0000-000000000000}"/>
          </ac:spMkLst>
        </pc:spChg>
        <pc:spChg chg="del">
          <ac:chgData name="Max Porter" userId="d2ee64f64fc2b2a3" providerId="LiveId" clId="{751CC3EB-2E41-476B-B13E-2F1AFD56CBB7}" dt="2026-03-26T13:53:42.453" v="382" actId="478"/>
          <ac:spMkLst>
            <pc:docMk/>
            <pc:sldMk cId="0" sldId="260"/>
            <ac:spMk id="5" creationId="{00000000-0000-0000-0000-000000000000}"/>
          </ac:spMkLst>
        </pc:spChg>
        <pc:spChg chg="mod">
          <ac:chgData name="Max Porter" userId="d2ee64f64fc2b2a3" providerId="LiveId" clId="{751CC3EB-2E41-476B-B13E-2F1AFD56CBB7}" dt="2026-03-26T14:10:09.019" v="1151" actId="403"/>
          <ac:spMkLst>
            <pc:docMk/>
            <pc:sldMk cId="0" sldId="260"/>
            <ac:spMk id="6" creationId="{00000000-0000-0000-0000-000000000000}"/>
          </ac:spMkLst>
        </pc:spChg>
        <pc:spChg chg="mod">
          <ac:chgData name="Max Porter" userId="d2ee64f64fc2b2a3" providerId="LiveId" clId="{751CC3EB-2E41-476B-B13E-2F1AFD56CBB7}" dt="2026-03-26T14:10:09.019" v="1151" actId="403"/>
          <ac:spMkLst>
            <pc:docMk/>
            <pc:sldMk cId="0" sldId="260"/>
            <ac:spMk id="7" creationId="{00000000-0000-0000-0000-000000000000}"/>
          </ac:spMkLst>
        </pc:spChg>
        <pc:spChg chg="del">
          <ac:chgData name="Max Porter" userId="d2ee64f64fc2b2a3" providerId="LiveId" clId="{751CC3EB-2E41-476B-B13E-2F1AFD56CBB7}" dt="2026-03-26T13:53:41.151" v="381" actId="478"/>
          <ac:spMkLst>
            <pc:docMk/>
            <pc:sldMk cId="0" sldId="260"/>
            <ac:spMk id="8" creationId="{00000000-0000-0000-0000-000000000000}"/>
          </ac:spMkLst>
        </pc:spChg>
        <pc:spChg chg="mod">
          <ac:chgData name="Max Porter" userId="d2ee64f64fc2b2a3" providerId="LiveId" clId="{751CC3EB-2E41-476B-B13E-2F1AFD56CBB7}" dt="2026-03-26T14:10:09.019" v="1151" actId="403"/>
          <ac:spMkLst>
            <pc:docMk/>
            <pc:sldMk cId="0" sldId="260"/>
            <ac:spMk id="9" creationId="{00000000-0000-0000-0000-000000000000}"/>
          </ac:spMkLst>
        </pc:spChg>
        <pc:spChg chg="mod">
          <ac:chgData name="Max Porter" userId="d2ee64f64fc2b2a3" providerId="LiveId" clId="{751CC3EB-2E41-476B-B13E-2F1AFD56CBB7}" dt="2026-03-26T14:10:09.019" v="1151" actId="403"/>
          <ac:spMkLst>
            <pc:docMk/>
            <pc:sldMk cId="0" sldId="260"/>
            <ac:spMk id="10" creationId="{00000000-0000-0000-0000-000000000000}"/>
          </ac:spMkLst>
        </pc:spChg>
        <pc:spChg chg="del">
          <ac:chgData name="Max Porter" userId="d2ee64f64fc2b2a3" providerId="LiveId" clId="{751CC3EB-2E41-476B-B13E-2F1AFD56CBB7}" dt="2026-03-26T13:53:37.454" v="380" actId="478"/>
          <ac:spMkLst>
            <pc:docMk/>
            <pc:sldMk cId="0" sldId="260"/>
            <ac:spMk id="11" creationId="{00000000-0000-0000-0000-000000000000}"/>
          </ac:spMkLst>
        </pc:spChg>
        <pc:spChg chg="mod">
          <ac:chgData name="Max Porter" userId="d2ee64f64fc2b2a3" providerId="LiveId" clId="{751CC3EB-2E41-476B-B13E-2F1AFD56CBB7}" dt="2026-03-26T14:10:09.019" v="1151" actId="403"/>
          <ac:spMkLst>
            <pc:docMk/>
            <pc:sldMk cId="0" sldId="260"/>
            <ac:spMk id="12" creationId="{00000000-0000-0000-0000-000000000000}"/>
          </ac:spMkLst>
        </pc:spChg>
        <pc:spChg chg="mod">
          <ac:chgData name="Max Porter" userId="d2ee64f64fc2b2a3" providerId="LiveId" clId="{751CC3EB-2E41-476B-B13E-2F1AFD56CBB7}" dt="2026-03-26T14:10:09.019" v="1151" actId="403"/>
          <ac:spMkLst>
            <pc:docMk/>
            <pc:sldMk cId="0" sldId="260"/>
            <ac:spMk id="13" creationId="{00000000-0000-0000-0000-000000000000}"/>
          </ac:spMkLst>
        </pc:spChg>
        <pc:spChg chg="mod">
          <ac:chgData name="Max Porter" userId="d2ee64f64fc2b2a3" providerId="LiveId" clId="{751CC3EB-2E41-476B-B13E-2F1AFD56CBB7}" dt="2026-03-26T13:53:32.951" v="379" actId="255"/>
          <ac:spMkLst>
            <pc:docMk/>
            <pc:sldMk cId="0" sldId="260"/>
            <ac:spMk id="14" creationId="{00000000-0000-0000-0000-000000000000}"/>
          </ac:spMkLst>
        </pc:spChg>
      </pc:sldChg>
      <pc:sldChg chg="modSp del mod">
        <pc:chgData name="Max Porter" userId="d2ee64f64fc2b2a3" providerId="LiveId" clId="{751CC3EB-2E41-476B-B13E-2F1AFD56CBB7}" dt="2026-03-26T13:39:11.748" v="124" actId="2696"/>
        <pc:sldMkLst>
          <pc:docMk/>
          <pc:sldMk cId="0" sldId="261"/>
        </pc:sldMkLst>
        <pc:spChg chg="mod">
          <ac:chgData name="Max Porter" userId="d2ee64f64fc2b2a3" providerId="LiveId" clId="{751CC3EB-2E41-476B-B13E-2F1AFD56CBB7}" dt="2026-03-26T13:39:05.746" v="123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ax Porter" userId="d2ee64f64fc2b2a3" providerId="LiveId" clId="{751CC3EB-2E41-476B-B13E-2F1AFD56CBB7}" dt="2026-03-26T13:39:01.372" v="115" actId="20577"/>
          <ac:spMkLst>
            <pc:docMk/>
            <pc:sldMk cId="0" sldId="261"/>
            <ac:spMk id="15" creationId="{00000000-0000-0000-0000-000000000000}"/>
          </ac:spMkLst>
        </pc:spChg>
      </pc:sldChg>
      <pc:sldChg chg="delSp modSp mod">
        <pc:chgData name="Max Porter" userId="d2ee64f64fc2b2a3" providerId="LiveId" clId="{751CC3EB-2E41-476B-B13E-2F1AFD56CBB7}" dt="2026-03-26T14:30:36.360" v="2430" actId="20577"/>
        <pc:sldMkLst>
          <pc:docMk/>
          <pc:sldMk cId="0" sldId="262"/>
        </pc:sldMkLst>
        <pc:spChg chg="del">
          <ac:chgData name="Max Porter" userId="d2ee64f64fc2b2a3" providerId="LiveId" clId="{751CC3EB-2E41-476B-B13E-2F1AFD56CBB7}" dt="2026-03-26T13:47:27.279" v="155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Max Porter" userId="d2ee64f64fc2b2a3" providerId="LiveId" clId="{751CC3EB-2E41-476B-B13E-2F1AFD56CBB7}" dt="2026-03-26T13:39:16.668" v="125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Max Porter" userId="d2ee64f64fc2b2a3" providerId="LiveId" clId="{751CC3EB-2E41-476B-B13E-2F1AFD56CBB7}" dt="2026-03-26T13:47:27.279" v="155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Max Porter" userId="d2ee64f64fc2b2a3" providerId="LiveId" clId="{751CC3EB-2E41-476B-B13E-2F1AFD56CBB7}" dt="2026-03-26T13:47:27.279" v="155" actId="478"/>
          <ac:spMkLst>
            <pc:docMk/>
            <pc:sldMk cId="0" sldId="262"/>
            <ac:spMk id="7" creationId="{00000000-0000-0000-0000-000000000000}"/>
          </ac:spMkLst>
        </pc:spChg>
        <pc:spChg chg="del mod">
          <ac:chgData name="Max Porter" userId="d2ee64f64fc2b2a3" providerId="LiveId" clId="{751CC3EB-2E41-476B-B13E-2F1AFD56CBB7}" dt="2026-03-26T13:54:01.790" v="387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Max Porter" userId="d2ee64f64fc2b2a3" providerId="LiveId" clId="{751CC3EB-2E41-476B-B13E-2F1AFD56CBB7}" dt="2026-03-26T13:39:20.286" v="126" actId="478"/>
          <ac:spMkLst>
            <pc:docMk/>
            <pc:sldMk cId="0" sldId="262"/>
            <ac:spMk id="9" creationId="{00000000-0000-0000-0000-000000000000}"/>
          </ac:spMkLst>
        </pc:spChg>
        <pc:spChg chg="mod">
          <ac:chgData name="Max Porter" userId="d2ee64f64fc2b2a3" providerId="LiveId" clId="{751CC3EB-2E41-476B-B13E-2F1AFD56CBB7}" dt="2026-03-26T14:30:12.756" v="2425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ax Porter" userId="d2ee64f64fc2b2a3" providerId="LiveId" clId="{751CC3EB-2E41-476B-B13E-2F1AFD56CBB7}" dt="2026-03-26T14:30:22.686" v="2427" actId="14100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Max Porter" userId="d2ee64f64fc2b2a3" providerId="LiveId" clId="{751CC3EB-2E41-476B-B13E-2F1AFD56CBB7}" dt="2026-03-26T13:55:50.524" v="698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Max Porter" userId="d2ee64f64fc2b2a3" providerId="LiveId" clId="{751CC3EB-2E41-476B-B13E-2F1AFD56CBB7}" dt="2026-03-26T13:39:24.479" v="127" actId="478"/>
          <ac:spMkLst>
            <pc:docMk/>
            <pc:sldMk cId="0" sldId="262"/>
            <ac:spMk id="13" creationId="{00000000-0000-0000-0000-000000000000}"/>
          </ac:spMkLst>
        </pc:spChg>
        <pc:spChg chg="mod">
          <ac:chgData name="Max Porter" userId="d2ee64f64fc2b2a3" providerId="LiveId" clId="{751CC3EB-2E41-476B-B13E-2F1AFD56CBB7}" dt="2026-03-26T14:30:12.756" v="2425" actId="403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ax Porter" userId="d2ee64f64fc2b2a3" providerId="LiveId" clId="{751CC3EB-2E41-476B-B13E-2F1AFD56CBB7}" dt="2026-03-26T14:30:36.360" v="2430" actId="20577"/>
          <ac:spMkLst>
            <pc:docMk/>
            <pc:sldMk cId="0" sldId="262"/>
            <ac:spMk id="15" creationId="{00000000-0000-0000-0000-000000000000}"/>
          </ac:spMkLst>
        </pc:spChg>
      </pc:sldChg>
      <pc:sldChg chg="delSp del mod">
        <pc:chgData name="Max Porter" userId="d2ee64f64fc2b2a3" providerId="LiveId" clId="{751CC3EB-2E41-476B-B13E-2F1AFD56CBB7}" dt="2026-03-26T13:56:30.137" v="738" actId="2696"/>
        <pc:sldMkLst>
          <pc:docMk/>
          <pc:sldMk cId="0" sldId="263"/>
        </pc:sldMkLst>
        <pc:spChg chg="del">
          <ac:chgData name="Max Porter" userId="d2ee64f64fc2b2a3" providerId="LiveId" clId="{751CC3EB-2E41-476B-B13E-2F1AFD56CBB7}" dt="2026-03-26T13:47:41.077" v="157" actId="478"/>
          <ac:spMkLst>
            <pc:docMk/>
            <pc:sldMk cId="0" sldId="263"/>
            <ac:spMk id="14" creationId="{00000000-0000-0000-0000-000000000000}"/>
          </ac:spMkLst>
        </pc:spChg>
      </pc:sldChg>
      <pc:sldChg chg="new del">
        <pc:chgData name="Max Porter" userId="d2ee64f64fc2b2a3" providerId="LiveId" clId="{751CC3EB-2E41-476B-B13E-2F1AFD56CBB7}" dt="2026-03-26T13:58:11.856" v="770" actId="2696"/>
        <pc:sldMkLst>
          <pc:docMk/>
          <pc:sldMk cId="679943689" sldId="263"/>
        </pc:sldMkLst>
      </pc:sldChg>
      <pc:sldChg chg="addSp delSp modSp add mod">
        <pc:chgData name="Max Porter" userId="d2ee64f64fc2b2a3" providerId="LiveId" clId="{751CC3EB-2E41-476B-B13E-2F1AFD56CBB7}" dt="2026-03-26T14:31:03.931" v="2489" actId="114"/>
        <pc:sldMkLst>
          <pc:docMk/>
          <pc:sldMk cId="1841808047" sldId="264"/>
        </pc:sldMkLst>
        <pc:spChg chg="mod">
          <ac:chgData name="Max Porter" userId="d2ee64f64fc2b2a3" providerId="LiveId" clId="{751CC3EB-2E41-476B-B13E-2F1AFD56CBB7}" dt="2026-03-26T13:58:39.776" v="823" actId="20577"/>
          <ac:spMkLst>
            <pc:docMk/>
            <pc:sldMk cId="1841808047" sldId="264"/>
            <ac:spMk id="3" creationId="{38215724-A63B-1C75-0DBB-B5CA046DEB1E}"/>
          </ac:spMkLst>
        </pc:spChg>
        <pc:spChg chg="del">
          <ac:chgData name="Max Porter" userId="d2ee64f64fc2b2a3" providerId="LiveId" clId="{751CC3EB-2E41-476B-B13E-2F1AFD56CBB7}" dt="2026-03-26T13:58:16.307" v="771" actId="478"/>
          <ac:spMkLst>
            <pc:docMk/>
            <pc:sldMk cId="1841808047" sldId="264"/>
            <ac:spMk id="4" creationId="{5387B284-080E-C7DF-8BD2-AD580E356211}"/>
          </ac:spMkLst>
        </pc:spChg>
        <pc:spChg chg="add mod">
          <ac:chgData name="Max Porter" userId="d2ee64f64fc2b2a3" providerId="LiveId" clId="{751CC3EB-2E41-476B-B13E-2F1AFD56CBB7}" dt="2026-03-26T14:31:03.931" v="2489" actId="114"/>
          <ac:spMkLst>
            <pc:docMk/>
            <pc:sldMk cId="1841808047" sldId="264"/>
            <ac:spMk id="5" creationId="{E8011DA1-D1AC-FBCB-AAEA-14F6481C3595}"/>
          </ac:spMkLst>
        </pc:spChg>
        <pc:spChg chg="del">
          <ac:chgData name="Max Porter" userId="d2ee64f64fc2b2a3" providerId="LiveId" clId="{751CC3EB-2E41-476B-B13E-2F1AFD56CBB7}" dt="2026-03-26T14:01:45.009" v="927" actId="478"/>
          <ac:spMkLst>
            <pc:docMk/>
            <pc:sldMk cId="1841808047" sldId="264"/>
            <ac:spMk id="22" creationId="{E8628C08-7F99-06A3-A2A9-ACFFF058E264}"/>
          </ac:spMkLst>
        </pc:spChg>
        <pc:spChg chg="mod">
          <ac:chgData name="Max Porter" userId="d2ee64f64fc2b2a3" providerId="LiveId" clId="{751CC3EB-2E41-476B-B13E-2F1AFD56CBB7}" dt="2026-03-26T14:01:53.953" v="930" actId="113"/>
          <ac:spMkLst>
            <pc:docMk/>
            <pc:sldMk cId="1841808047" sldId="264"/>
            <ac:spMk id="23" creationId="{065E9CEB-F99D-A30D-A6E0-5C798412F333}"/>
          </ac:spMkLst>
        </pc:spChg>
        <pc:picChg chg="mod">
          <ac:chgData name="Max Porter" userId="d2ee64f64fc2b2a3" providerId="LiveId" clId="{751CC3EB-2E41-476B-B13E-2F1AFD56CBB7}" dt="2026-03-26T14:01:50.476" v="929" actId="1076"/>
          <ac:picMkLst>
            <pc:docMk/>
            <pc:sldMk cId="1841808047" sldId="264"/>
            <ac:picMk id="21" creationId="{18181417-4C45-7927-3286-99FF2320DC3B}"/>
          </ac:picMkLst>
        </pc:picChg>
      </pc:sldChg>
      <pc:sldChg chg="delSp modSp add mod">
        <pc:chgData name="Max Porter" userId="d2ee64f64fc2b2a3" providerId="LiveId" clId="{751CC3EB-2E41-476B-B13E-2F1AFD56CBB7}" dt="2026-03-26T14:28:38.685" v="2333" actId="403"/>
        <pc:sldMkLst>
          <pc:docMk/>
          <pc:sldMk cId="3800151075" sldId="265"/>
        </pc:sldMkLst>
        <pc:spChg chg="mod">
          <ac:chgData name="Max Porter" userId="d2ee64f64fc2b2a3" providerId="LiveId" clId="{751CC3EB-2E41-476B-B13E-2F1AFD56CBB7}" dt="2026-03-26T14:22:29.018" v="1796" actId="20577"/>
          <ac:spMkLst>
            <pc:docMk/>
            <pc:sldMk cId="3800151075" sldId="265"/>
            <ac:spMk id="3" creationId="{DC6461FC-9D09-A8C5-E144-ABABB0B9BC87}"/>
          </ac:spMkLst>
        </pc:spChg>
        <pc:spChg chg="del">
          <ac:chgData name="Max Porter" userId="d2ee64f64fc2b2a3" providerId="LiveId" clId="{751CC3EB-2E41-476B-B13E-2F1AFD56CBB7}" dt="2026-03-26T14:22:34.803" v="1797" actId="478"/>
          <ac:spMkLst>
            <pc:docMk/>
            <pc:sldMk cId="3800151075" sldId="265"/>
            <ac:spMk id="4" creationId="{76203AE0-2B5B-B3F8-0955-193A46DA1063}"/>
          </ac:spMkLst>
        </pc:spChg>
        <pc:spChg chg="mod">
          <ac:chgData name="Max Porter" userId="d2ee64f64fc2b2a3" providerId="LiveId" clId="{751CC3EB-2E41-476B-B13E-2F1AFD56CBB7}" dt="2026-03-26T14:28:38.685" v="2333" actId="403"/>
          <ac:spMkLst>
            <pc:docMk/>
            <pc:sldMk cId="3800151075" sldId="265"/>
            <ac:spMk id="24" creationId="{612D2C65-5ED1-2CF2-DC23-249A1F1DC2D9}"/>
          </ac:spMkLst>
        </pc:spChg>
        <pc:spChg chg="mod">
          <ac:chgData name="Max Porter" userId="d2ee64f64fc2b2a3" providerId="LiveId" clId="{751CC3EB-2E41-476B-B13E-2F1AFD56CBB7}" dt="2026-03-26T14:28:30.829" v="2331" actId="20577"/>
          <ac:spMkLst>
            <pc:docMk/>
            <pc:sldMk cId="3800151075" sldId="265"/>
            <ac:spMk id="26" creationId="{48389B65-40D2-7984-A5F7-96CADA2D01D6}"/>
          </ac:spMkLst>
        </pc:spChg>
        <pc:picChg chg="mod">
          <ac:chgData name="Max Porter" userId="d2ee64f64fc2b2a3" providerId="LiveId" clId="{751CC3EB-2E41-476B-B13E-2F1AFD56CBB7}" dt="2026-03-26T14:28:33.874" v="2332" actId="1076"/>
          <ac:picMkLst>
            <pc:docMk/>
            <pc:sldMk cId="3800151075" sldId="265"/>
            <ac:picMk id="1026" creationId="{6A68BFBE-981C-3E70-F91E-649BDA5B637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587DE-9B9E-4A7E-B301-47BE4FE5594C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D8480-0021-43F9-A509-A259F9D64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874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SVM is a machine learning classifier which finds the best "dividing line" (or surface, in higher dimensions) between two groups of data points.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It picks the line that sits as far as possible from the nearest points of each group → those nearest points are the "support vectors.“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If the data isn't cleanly separable with a straight line, it uses a trick (kernel function) to project the data into a higher dimension where a clean split becomes possible.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D8480-0021-43F9-A509-A259F9D6413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718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4CFED-FA48-BC5E-4A8D-C61239F6A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83AA5-E3EE-8B00-CBD1-5F12DC203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E5450-F1F6-9A86-2311-6FA91D3BB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SVM is a machine learning classifier which finds the best "dividing line" (or surface, in higher dimensions) between two groups of data points.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It picks the line that sits as far as possible from the nearest points of each group → those nearest points are the "support vectors.“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If the data isn't cleanly separable with a straight line, it uses a trick (kernel function) to project the data into a higher dimension where a clean split becomes possible.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7D87A-DDDE-A76C-CDD0-252741F95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D8480-0021-43F9-A509-A259F9D6413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876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_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98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6459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1E293B"/>
                </a:solidFill>
                <a:latin typeface="Calibri"/>
              </a:defRPr>
            </a:pPr>
            <a:r>
              <a:t>SSVEP BCI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468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1E293B"/>
                </a:solidFill>
                <a:latin typeface="Calibri"/>
              </a:defRPr>
            </a:pPr>
            <a:r>
              <a:t>Brain-Computer Interface with Steady-State Visual Evoked Potentials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2004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1E293B"/>
                </a:solidFill>
                <a:latin typeface="Calibri"/>
              </a:defRPr>
            </a:pPr>
            <a:r>
              <a:rPr dirty="0"/>
              <a:t>Max Porter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749039"/>
            <a:ext cx="8503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B7280"/>
                </a:solidFill>
                <a:latin typeface="Calibri"/>
              </a:defRPr>
            </a:pPr>
            <a:r>
              <a:rPr lang="en-GB" dirty="0"/>
              <a:t>A Quick</a:t>
            </a:r>
            <a:r>
              <a:rPr dirty="0"/>
              <a:t> Overview &amp; </a:t>
            </a:r>
            <a:r>
              <a:rPr lang="en-GB" dirty="0"/>
              <a:t>Where we are at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dirty="0"/>
              <a:t>1. </a:t>
            </a:r>
            <a:r>
              <a:rPr lang="en-GB" dirty="0"/>
              <a:t>What does it look like?</a:t>
            </a:r>
          </a:p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lang="en-GB" dirty="0"/>
              <a:t>2. </a:t>
            </a:r>
            <a:r>
              <a:rPr dirty="0"/>
              <a:t>What </a:t>
            </a:r>
            <a:r>
              <a:rPr lang="en-GB" dirty="0"/>
              <a:t>The </a:t>
            </a:r>
            <a:r>
              <a:rPr dirty="0"/>
              <a:t>System Does</a:t>
            </a:r>
            <a:endParaRPr lang="en-GB" dirty="0"/>
          </a:p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lang="en-GB" dirty="0"/>
              <a:t>	How does it do it?</a:t>
            </a:r>
          </a:p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lang="en-GB" dirty="0"/>
              <a:t>	Potential Optimisations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2545332"/>
            <a:ext cx="8046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lang="en-GB" dirty="0"/>
              <a:t>3</a:t>
            </a:r>
            <a:r>
              <a:rPr dirty="0"/>
              <a:t>. Project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0253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Folder Layout</a:t>
            </a:r>
            <a:br>
              <a:rPr dirty="0">
                <a:solidFill>
                  <a:schemeClr val="tx2"/>
                </a:solidFill>
              </a:rPr>
            </a:br>
            <a:r>
              <a:rPr dirty="0">
                <a:solidFill>
                  <a:schemeClr val="tx2"/>
                </a:solidFill>
              </a:rPr>
              <a:t>Key Entry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42612"/>
            <a:ext cx="8046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lang="en-GB" dirty="0"/>
              <a:t>4</a:t>
            </a:r>
            <a:r>
              <a:rPr dirty="0"/>
              <a:t>. How to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38958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dirty="0"/>
              <a:t>5. Known Issues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DCA94-DF35-5873-A81B-D3023AAD2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>
            <a:extLst>
              <a:ext uri="{FF2B5EF4-FFF2-40B4-BE49-F238E27FC236}">
                <a16:creationId xmlns:a16="http://schemas.microsoft.com/office/drawing/2014/main" id="{1C18A9BB-402D-29A5-F750-55F4A4B86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215724-A63B-1C75-0DBB-B5CA046DEB1E}"/>
              </a:ext>
            </a:extLst>
          </p:cNvPr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What </a:t>
            </a:r>
            <a:r>
              <a:rPr lang="en-GB" dirty="0"/>
              <a:t>Does it Look Like When it is run?</a:t>
            </a:r>
            <a:endParaRPr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8181417-4C45-7927-3286-99FF2320D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283" y="1190485"/>
            <a:ext cx="5464983" cy="49813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65E9CEB-F99D-A30D-A6E0-5C798412F333}"/>
              </a:ext>
            </a:extLst>
          </p:cNvPr>
          <p:cNvSpPr txBox="1"/>
          <p:nvPr/>
        </p:nvSpPr>
        <p:spPr>
          <a:xfrm>
            <a:off x="264543" y="615759"/>
            <a:ext cx="4974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/>
                </a:solidFill>
              </a:rPr>
              <a:t>Example presentation of our BCI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11DA1-D1AC-FBCB-AAEA-14F6481C3595}"/>
              </a:ext>
            </a:extLst>
          </p:cNvPr>
          <p:cNvSpPr txBox="1"/>
          <p:nvPr/>
        </p:nvSpPr>
        <p:spPr>
          <a:xfrm>
            <a:off x="593969" y="6275754"/>
            <a:ext cx="769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tx2"/>
                </a:solidFill>
              </a:rPr>
              <a:t>I’ll show the live version after I’m done here</a:t>
            </a:r>
          </a:p>
        </p:txBody>
      </p:sp>
    </p:spTree>
    <p:extLst>
      <p:ext uri="{BB962C8B-B14F-4D97-AF65-F5344CB8AC3E}">
        <p14:creationId xmlns:p14="http://schemas.microsoft.com/office/powerpoint/2010/main" val="1841808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What This System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52" y="1004876"/>
            <a:ext cx="812594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sz="1600" b="1" dirty="0">
                <a:solidFill>
                  <a:schemeClr val="tx2"/>
                </a:solidFill>
              </a:rPr>
              <a:t>A </a:t>
            </a:r>
            <a:r>
              <a:rPr lang="en-GB" sz="1600" b="1" dirty="0">
                <a:solidFill>
                  <a:schemeClr val="tx2"/>
                </a:solidFill>
              </a:rPr>
              <a:t>R</a:t>
            </a:r>
            <a:r>
              <a:rPr sz="1600" b="1" dirty="0" err="1">
                <a:solidFill>
                  <a:schemeClr val="tx2"/>
                </a:solidFill>
              </a:rPr>
              <a:t>eal</a:t>
            </a:r>
            <a:r>
              <a:rPr sz="1600" b="1" dirty="0">
                <a:solidFill>
                  <a:schemeClr val="tx2"/>
                </a:solidFill>
              </a:rPr>
              <a:t>-</a:t>
            </a:r>
            <a:r>
              <a:rPr lang="en-GB" sz="1600" b="1" dirty="0">
                <a:solidFill>
                  <a:schemeClr val="tx2"/>
                </a:solidFill>
              </a:rPr>
              <a:t>T</a:t>
            </a:r>
            <a:r>
              <a:rPr sz="1600" b="1" dirty="0" err="1">
                <a:solidFill>
                  <a:schemeClr val="tx2"/>
                </a:solidFill>
              </a:rPr>
              <a:t>ime</a:t>
            </a:r>
            <a:r>
              <a:rPr sz="1600" b="1" dirty="0">
                <a:solidFill>
                  <a:schemeClr val="tx2"/>
                </a:solidFill>
              </a:rPr>
              <a:t> BCI </a:t>
            </a:r>
            <a:r>
              <a:rPr lang="en-GB" sz="1600" b="1" dirty="0">
                <a:solidFill>
                  <a:schemeClr val="tx2"/>
                </a:solidFill>
              </a:rPr>
              <a:t>T</a:t>
            </a:r>
            <a:r>
              <a:rPr sz="1600" b="1" dirty="0">
                <a:solidFill>
                  <a:schemeClr val="tx2"/>
                </a:solidFill>
              </a:rPr>
              <a:t>hat lets </a:t>
            </a:r>
            <a:r>
              <a:rPr lang="en-GB" sz="1600" b="1" dirty="0">
                <a:solidFill>
                  <a:schemeClr val="tx2"/>
                </a:solidFill>
              </a:rPr>
              <a:t>U</a:t>
            </a:r>
            <a:r>
              <a:rPr sz="1600" b="1" dirty="0" err="1">
                <a:solidFill>
                  <a:schemeClr val="tx2"/>
                </a:solidFill>
              </a:rPr>
              <a:t>sers</a:t>
            </a:r>
            <a:r>
              <a:rPr sz="1600" b="1" dirty="0">
                <a:solidFill>
                  <a:schemeClr val="tx2"/>
                </a:solidFill>
              </a:rPr>
              <a:t> </a:t>
            </a:r>
            <a:r>
              <a:rPr lang="en-GB" sz="1600" b="1" dirty="0">
                <a:solidFill>
                  <a:schemeClr val="tx2"/>
                </a:solidFill>
              </a:rPr>
              <a:t>C</a:t>
            </a:r>
            <a:r>
              <a:rPr sz="1600" b="1" dirty="0" err="1">
                <a:solidFill>
                  <a:schemeClr val="tx2"/>
                </a:solidFill>
              </a:rPr>
              <a:t>ontrol</a:t>
            </a:r>
            <a:r>
              <a:rPr sz="1600" b="1" dirty="0">
                <a:solidFill>
                  <a:schemeClr val="tx2"/>
                </a:solidFill>
              </a:rPr>
              <a:t> on-screen </a:t>
            </a:r>
            <a:r>
              <a:rPr lang="en-GB" sz="1600" b="1" dirty="0">
                <a:solidFill>
                  <a:schemeClr val="tx2"/>
                </a:solidFill>
              </a:rPr>
              <a:t>E</a:t>
            </a:r>
            <a:r>
              <a:rPr sz="1600" b="1" dirty="0" err="1">
                <a:solidFill>
                  <a:schemeClr val="tx2"/>
                </a:solidFill>
              </a:rPr>
              <a:t>lements</a:t>
            </a:r>
            <a:r>
              <a:rPr sz="1600" b="1" dirty="0">
                <a:solidFill>
                  <a:schemeClr val="tx2"/>
                </a:solidFill>
              </a:rPr>
              <a:t> by </a:t>
            </a:r>
            <a:r>
              <a:rPr lang="en-GB" sz="1600" b="1" dirty="0">
                <a:solidFill>
                  <a:schemeClr val="tx2"/>
                </a:solidFill>
              </a:rPr>
              <a:t>L</a:t>
            </a:r>
            <a:r>
              <a:rPr sz="1600" b="1" dirty="0" err="1">
                <a:solidFill>
                  <a:schemeClr val="tx2"/>
                </a:solidFill>
              </a:rPr>
              <a:t>ooking</a:t>
            </a:r>
            <a:r>
              <a:rPr sz="1600" b="1" dirty="0">
                <a:solidFill>
                  <a:schemeClr val="tx2"/>
                </a:solidFill>
              </a:rPr>
              <a:t> at </a:t>
            </a:r>
            <a:r>
              <a:rPr lang="en-GB" sz="1600" b="1" dirty="0">
                <a:solidFill>
                  <a:schemeClr val="tx2"/>
                </a:solidFill>
              </a:rPr>
              <a:t>F</a:t>
            </a:r>
            <a:r>
              <a:rPr sz="1600" b="1" dirty="0" err="1">
                <a:solidFill>
                  <a:schemeClr val="tx2"/>
                </a:solidFill>
              </a:rPr>
              <a:t>lickering</a:t>
            </a:r>
            <a:r>
              <a:rPr sz="1600" b="1" dirty="0">
                <a:solidFill>
                  <a:schemeClr val="tx2"/>
                </a:solidFill>
              </a:rPr>
              <a:t> </a:t>
            </a:r>
            <a:r>
              <a:rPr lang="en-GB" sz="1600" b="1" dirty="0">
                <a:solidFill>
                  <a:schemeClr val="tx2"/>
                </a:solidFill>
              </a:rPr>
              <a:t>V</a:t>
            </a:r>
            <a:r>
              <a:rPr sz="1600" b="1" dirty="0" err="1">
                <a:solidFill>
                  <a:schemeClr val="tx2"/>
                </a:solidFill>
              </a:rPr>
              <a:t>isual</a:t>
            </a:r>
            <a:r>
              <a:rPr sz="1600" b="1" dirty="0">
                <a:solidFill>
                  <a:schemeClr val="tx2"/>
                </a:solidFill>
              </a:rPr>
              <a:t> </a:t>
            </a:r>
            <a:r>
              <a:rPr lang="en-GB" sz="1600" b="1" dirty="0">
                <a:solidFill>
                  <a:schemeClr val="tx2"/>
                </a:solidFill>
              </a:rPr>
              <a:t>S</a:t>
            </a:r>
            <a:r>
              <a:rPr sz="1600" b="1" dirty="0" err="1">
                <a:solidFill>
                  <a:schemeClr val="tx2"/>
                </a:solidFill>
              </a:rPr>
              <a:t>timuli</a:t>
            </a:r>
            <a:r>
              <a:rPr sz="1600" b="1" dirty="0">
                <a:solidFill>
                  <a:schemeClr val="tx2"/>
                </a:solidFill>
              </a:rPr>
              <a:t>. </a:t>
            </a:r>
            <a:endParaRPr lang="en-GB" sz="1600" b="1" dirty="0">
              <a:solidFill>
                <a:schemeClr val="tx2"/>
              </a:solidFill>
            </a:endParaRPr>
          </a:p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endParaRPr lang="en-GB" sz="1600" dirty="0">
              <a:solidFill>
                <a:schemeClr val="tx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The</a:t>
            </a:r>
            <a:r>
              <a:rPr sz="1600" dirty="0">
                <a:solidFill>
                  <a:schemeClr val="tx2"/>
                </a:solidFill>
              </a:rPr>
              <a:t> system presents two flickers (1</a:t>
            </a:r>
            <a:r>
              <a:rPr lang="en-GB" sz="1600" dirty="0">
                <a:solidFill>
                  <a:schemeClr val="tx2"/>
                </a:solidFill>
              </a:rPr>
              <a:t>5</a:t>
            </a:r>
            <a:r>
              <a:rPr sz="1600" dirty="0">
                <a:solidFill>
                  <a:schemeClr val="tx2"/>
                </a:solidFill>
              </a:rPr>
              <a:t> Hz </a:t>
            </a:r>
            <a:r>
              <a:rPr lang="en-GB" sz="1600" dirty="0">
                <a:solidFill>
                  <a:schemeClr val="tx2"/>
                </a:solidFill>
              </a:rPr>
              <a:t>&amp;</a:t>
            </a:r>
            <a:r>
              <a:rPr sz="1600" dirty="0">
                <a:solidFill>
                  <a:schemeClr val="tx2"/>
                </a:solidFill>
              </a:rPr>
              <a:t> </a:t>
            </a:r>
            <a:r>
              <a:rPr lang="en-GB" sz="1600" dirty="0">
                <a:solidFill>
                  <a:schemeClr val="tx2"/>
                </a:solidFill>
              </a:rPr>
              <a:t>20</a:t>
            </a:r>
            <a:r>
              <a:rPr sz="1600" dirty="0">
                <a:solidFill>
                  <a:schemeClr val="tx2"/>
                </a:solidFill>
              </a:rPr>
              <a:t> Hz)</a:t>
            </a:r>
            <a:r>
              <a:rPr lang="en-GB" sz="1600" dirty="0">
                <a:solidFill>
                  <a:schemeClr val="tx2"/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R</a:t>
            </a:r>
            <a:r>
              <a:rPr sz="1600" dirty="0" err="1">
                <a:solidFill>
                  <a:schemeClr val="tx2"/>
                </a:solidFill>
              </a:rPr>
              <a:t>ecords</a:t>
            </a:r>
            <a:r>
              <a:rPr sz="1600" dirty="0">
                <a:solidFill>
                  <a:schemeClr val="tx2"/>
                </a:solidFill>
              </a:rPr>
              <a:t> EEG from </a:t>
            </a:r>
            <a:r>
              <a:rPr lang="en-GB" sz="1600" dirty="0">
                <a:solidFill>
                  <a:schemeClr val="tx2"/>
                </a:solidFill>
              </a:rPr>
              <a:t>dry </a:t>
            </a:r>
            <a:r>
              <a:rPr sz="1600" dirty="0">
                <a:solidFill>
                  <a:schemeClr val="tx2"/>
                </a:solidFill>
              </a:rPr>
              <a:t>channels</a:t>
            </a:r>
            <a:r>
              <a:rPr lang="en-GB" sz="160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Drives a 'knob' for music selection.</a:t>
            </a:r>
          </a:p>
          <a:p>
            <a:pPr>
              <a:defRPr sz="1500" b="0" i="0">
                <a:solidFill>
                  <a:srgbClr val="1E293B"/>
                </a:solidFill>
                <a:latin typeface="Calibri"/>
              </a:defRPr>
            </a:pPr>
            <a:endParaRPr lang="en-GB" sz="1600" dirty="0">
              <a:solidFill>
                <a:schemeClr val="tx2"/>
              </a:solidFill>
            </a:endParaRPr>
          </a:p>
          <a:p>
            <a:pPr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b="1" dirty="0">
                <a:solidFill>
                  <a:schemeClr val="tx2"/>
                </a:solidFill>
              </a:rPr>
              <a:t>This technique is known as Steady-State Visual Evoked Potentials (SSVEPs)</a:t>
            </a:r>
          </a:p>
          <a:p>
            <a:pPr>
              <a:defRPr sz="1500" b="0" i="0">
                <a:solidFill>
                  <a:srgbClr val="1E293B"/>
                </a:solidFill>
                <a:latin typeface="Calibri"/>
              </a:defRPr>
            </a:pPr>
            <a:endParaRPr lang="en-GB" sz="1600" dirty="0">
              <a:solidFill>
                <a:schemeClr val="tx2"/>
              </a:solidFill>
            </a:endParaRPr>
          </a:p>
          <a:p>
            <a:pPr>
              <a:defRPr sz="1500" b="0" i="0">
                <a:solidFill>
                  <a:srgbClr val="1E293B"/>
                </a:solidFill>
                <a:latin typeface="Calibri"/>
              </a:defRPr>
            </a:pPr>
            <a:endParaRPr lang="en-GB" sz="1600" dirty="0">
              <a:solidFill>
                <a:schemeClr val="tx2"/>
              </a:solidFill>
            </a:endParaRPr>
          </a:p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b="1" dirty="0">
                <a:solidFill>
                  <a:schemeClr val="tx2"/>
                </a:solidFill>
              </a:rPr>
              <a:t>Our Classifier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To c</a:t>
            </a:r>
            <a:r>
              <a:rPr sz="1600" dirty="0" err="1">
                <a:solidFill>
                  <a:schemeClr val="tx2"/>
                </a:solidFill>
              </a:rPr>
              <a:t>lassif</a:t>
            </a:r>
            <a:r>
              <a:rPr lang="en-GB" sz="1600" dirty="0">
                <a:solidFill>
                  <a:schemeClr val="tx2"/>
                </a:solidFill>
              </a:rPr>
              <a:t>y</a:t>
            </a:r>
            <a:r>
              <a:rPr sz="1600" dirty="0">
                <a:solidFill>
                  <a:schemeClr val="tx2"/>
                </a:solidFill>
              </a:rPr>
              <a:t> </a:t>
            </a:r>
            <a:r>
              <a:rPr lang="en-GB" sz="1600" dirty="0">
                <a:solidFill>
                  <a:schemeClr val="tx2"/>
                </a:solidFill>
              </a:rPr>
              <a:t>the SSVEPs, we use a</a:t>
            </a:r>
            <a:r>
              <a:rPr sz="1600" dirty="0">
                <a:solidFill>
                  <a:schemeClr val="tx2"/>
                </a:solidFill>
              </a:rPr>
              <a:t> </a:t>
            </a:r>
            <a:r>
              <a:rPr lang="en-GB" sz="1600" dirty="0">
                <a:solidFill>
                  <a:schemeClr val="tx2"/>
                </a:solidFill>
              </a:rPr>
              <a:t>Support Vector Machine (</a:t>
            </a:r>
            <a:r>
              <a:rPr sz="1600" dirty="0">
                <a:solidFill>
                  <a:schemeClr val="tx2"/>
                </a:solidFill>
              </a:rPr>
              <a:t>SVM</a:t>
            </a:r>
            <a:r>
              <a:rPr lang="en-GB" sz="1600" dirty="0">
                <a:solidFill>
                  <a:schemeClr val="tx2"/>
                </a:solidFill>
              </a:rPr>
              <a:t>) in the training phase to classify which stimulus (15 Hz &amp; 20 Hz), the user is attending to.</a:t>
            </a:r>
            <a:r>
              <a:rPr sz="1600" dirty="0">
                <a:solidFill>
                  <a:schemeClr val="tx2"/>
                </a:solidFill>
              </a:rPr>
              <a:t> </a:t>
            </a:r>
            <a:endParaRPr lang="en-GB" sz="1600" dirty="0">
              <a:solidFill>
                <a:schemeClr val="tx2"/>
              </a:solidFill>
            </a:endParaRPr>
          </a:p>
          <a:p>
            <a:pPr>
              <a:defRPr sz="1500" b="0" i="0">
                <a:solidFill>
                  <a:srgbClr val="1E293B"/>
                </a:solidFill>
                <a:latin typeface="Calibri"/>
              </a:defRPr>
            </a:pPr>
            <a:endParaRPr lang="en-GB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DFBFC-53BF-3ED9-FEC7-1886EAA95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>
            <a:extLst>
              <a:ext uri="{FF2B5EF4-FFF2-40B4-BE49-F238E27FC236}">
                <a16:creationId xmlns:a16="http://schemas.microsoft.com/office/drawing/2014/main" id="{62FFB2B5-3073-A9FD-8B91-E8656C701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6461FC-9D09-A8C5-E144-ABABB0B9BC87}"/>
              </a:ext>
            </a:extLst>
          </p:cNvPr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What </a:t>
            </a:r>
            <a:r>
              <a:rPr lang="en-GB" dirty="0"/>
              <a:t>is SVM?</a:t>
            </a:r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2D2C65-5ED1-2CF2-DC23-249A1F1DC2D9}"/>
              </a:ext>
            </a:extLst>
          </p:cNvPr>
          <p:cNvSpPr txBox="1"/>
          <p:nvPr/>
        </p:nvSpPr>
        <p:spPr>
          <a:xfrm>
            <a:off x="560852" y="5705474"/>
            <a:ext cx="7965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/>
                </a:solidFill>
              </a:rPr>
              <a:t>Can we Make Optimisations for our Classifier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</a:rPr>
              <a:t>Given Finnegan’s expertise we could potentially use PCA to strip out noisy components before it goes into the SVM (or another ML classifier).</a:t>
            </a:r>
          </a:p>
        </p:txBody>
      </p:sp>
      <p:pic>
        <p:nvPicPr>
          <p:cNvPr id="1026" name="Picture 2" descr="Support Vector Machine with Scikit-Learn: A Friendly Introduction | Towards  Data Science">
            <a:extLst>
              <a:ext uri="{FF2B5EF4-FFF2-40B4-BE49-F238E27FC236}">
                <a16:creationId xmlns:a16="http://schemas.microsoft.com/office/drawing/2014/main" id="{6A68BFBE-981C-3E70-F91E-649BDA5B6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909" y="3517931"/>
            <a:ext cx="2604000" cy="2187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389B65-40D2-7984-A5F7-96CADA2D01D6}"/>
              </a:ext>
            </a:extLst>
          </p:cNvPr>
          <p:cNvSpPr txBox="1"/>
          <p:nvPr/>
        </p:nvSpPr>
        <p:spPr>
          <a:xfrm>
            <a:off x="560852" y="1123610"/>
            <a:ext cx="78953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→ SVM finds the best line which divides between two groups of data points (e.g. 15hz wave &amp; 20hz wave).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dirty="0">
                <a:solidFill>
                  <a:schemeClr val="tx2"/>
                </a:solidFill>
              </a:rPr>
              <a:t>→ Picks a line that tries to partition the data so that the gap between the line and the closest data point on either side of the line are as wide as possible.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dirty="0">
                <a:solidFill>
                  <a:schemeClr val="tx2"/>
                </a:solidFill>
              </a:rPr>
              <a:t>→ If the data can’t separate cleanly with a straight line it uses a trick (known as a kernel function) to project the data onto a higher dimension where a clean split is possible.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0151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Intro to the MATLAB Folder </a:t>
            </a:r>
            <a:r>
              <a:rPr dirty="0"/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  <a:latin typeface="Consolas"/>
              </a:defRPr>
            </a:pPr>
            <a:r>
              <a:rPr sz="1600"/>
              <a:t>openBCI_EEG_stream/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16152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rPr sz="1400" dirty="0">
                <a:solidFill>
                  <a:schemeClr val="tx2"/>
                </a:solidFill>
              </a:rPr>
              <a:t>Python LSL streamers for Cyton &amp; Unicorn headsets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  <a:latin typeface="Consolas"/>
              </a:defRPr>
            </a:pPr>
            <a:r>
              <a:rPr sz="1600"/>
              <a:t>openBCI_game/Presentation/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39112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rPr sz="1400" dirty="0">
                <a:solidFill>
                  <a:schemeClr val="tx2"/>
                </a:solidFill>
              </a:rPr>
              <a:t>MATLAB: visual stimuli, knob display, game rendering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78608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  <a:latin typeface="Consolas"/>
              </a:defRPr>
            </a:pPr>
            <a:r>
              <a:rPr sz="1600"/>
              <a:t>openBCI_game/Processing/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62072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rPr sz="1400" dirty="0">
                <a:solidFill>
                  <a:schemeClr val="tx2"/>
                </a:solidFill>
              </a:rPr>
              <a:t>MATLAB: EEG acquisition, SVM training,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01568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  <a:latin typeface="Consolas"/>
              </a:defRPr>
            </a:pPr>
            <a:r>
              <a:rPr sz="1600"/>
              <a:t>openBCI_game/SharedFiles/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85031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rPr sz="1400" dirty="0">
                <a:solidFill>
                  <a:schemeClr val="tx2"/>
                </a:solidFill>
              </a:rPr>
              <a:t>Text files for inter-process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24527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  <a:latin typeface="Consolas"/>
              </a:defRPr>
            </a:pPr>
            <a:r>
              <a:rPr sz="1600"/>
              <a:t>openBCI_game/Libraries/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07992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rPr sz="1400" dirty="0" err="1">
                <a:solidFill>
                  <a:schemeClr val="tx2"/>
                </a:solidFill>
              </a:rPr>
              <a:t>Psychtoolbox</a:t>
            </a:r>
            <a:r>
              <a:rPr sz="1400" dirty="0">
                <a:solidFill>
                  <a:schemeClr val="tx2"/>
                </a:solidFill>
              </a:rPr>
              <a:t>, </a:t>
            </a:r>
            <a:r>
              <a:rPr sz="1400" dirty="0" err="1">
                <a:solidFill>
                  <a:schemeClr val="tx2"/>
                </a:solidFill>
              </a:rPr>
              <a:t>liblsl-Matlab</a:t>
            </a:r>
            <a:r>
              <a:rPr sz="1400" dirty="0">
                <a:solidFill>
                  <a:schemeClr val="tx2"/>
                </a:solidFill>
              </a:rPr>
              <a:t>, EEG_Analyses_v3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914400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293B"/>
                </a:solidFill>
                <a:latin typeface="Calibri"/>
              </a:defRPr>
            </a:pPr>
            <a:r>
              <a:rPr sz="2400"/>
              <a:t>Key Entry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417320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28090"/>
                </a:solidFill>
                <a:latin typeface="Consolas"/>
              </a:defRPr>
            </a:pPr>
            <a:r>
              <a:rPr sz="1600"/>
              <a:t>BCI_main.m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645920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sz="1100" dirty="0">
                <a:solidFill>
                  <a:schemeClr val="tx2"/>
                </a:solidFill>
              </a:rPr>
              <a:t>Primary entry point </a:t>
            </a:r>
            <a:r>
              <a:rPr lang="en-GB" sz="1100" dirty="0">
                <a:solidFill>
                  <a:schemeClr val="tx2"/>
                </a:solidFill>
              </a:rPr>
              <a:t>→</a:t>
            </a:r>
            <a:r>
              <a:rPr sz="1100" dirty="0">
                <a:solidFill>
                  <a:schemeClr val="tx2"/>
                </a:solidFill>
              </a:rPr>
              <a:t> trains SVM, launches display, classifies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057400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28090"/>
                </a:solidFill>
                <a:latin typeface="Consolas"/>
              </a:defRPr>
            </a:pPr>
            <a:r>
              <a:rPr sz="1600"/>
              <a:t>SSVEP_Display_Fig.m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286000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sz="1100" dirty="0">
                <a:solidFill>
                  <a:schemeClr val="tx2"/>
                </a:solidFill>
              </a:rPr>
              <a:t>MATLAB figure-based knob display (no PTB needed)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697480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28090"/>
                </a:solidFill>
                <a:latin typeface="Consolas"/>
              </a:defRPr>
            </a:pPr>
            <a:r>
              <a:rPr sz="1600"/>
              <a:t>realtimeEEGClassifier_CSV.m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926080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sz="1100" dirty="0">
                <a:solidFill>
                  <a:schemeClr val="tx2"/>
                </a:solidFill>
              </a:rPr>
              <a:t>CSV-based classifier (no Python/LSL needed)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337560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28090"/>
                </a:solidFill>
                <a:latin typeface="Consolas"/>
              </a:defRPr>
            </a:pPr>
            <a:r>
              <a:rPr sz="1600"/>
              <a:t>trainSSVEP_SVM.m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566160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sz="1100" dirty="0">
                <a:solidFill>
                  <a:schemeClr val="tx2"/>
                </a:solidFill>
              </a:rPr>
              <a:t>Trains linear SVM on </a:t>
            </a:r>
            <a:r>
              <a:rPr sz="1100" b="1" dirty="0">
                <a:solidFill>
                  <a:schemeClr val="tx2"/>
                </a:solidFill>
              </a:rPr>
              <a:t>14 Hz vs 18 Hz </a:t>
            </a:r>
            <a:r>
              <a:rPr sz="1100" dirty="0">
                <a:solidFill>
                  <a:schemeClr val="tx2"/>
                </a:solidFill>
              </a:rPr>
              <a:t>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977640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28090"/>
                </a:solidFill>
                <a:latin typeface="Consolas"/>
              </a:defRPr>
            </a:pPr>
            <a:r>
              <a:rPr sz="1600"/>
              <a:t>generateSyntheticSSVEP.m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206240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sz="1100" dirty="0">
                <a:solidFill>
                  <a:schemeClr val="tx2"/>
                </a:solidFill>
              </a:rPr>
              <a:t>Auto-generates demo data if CSVs missing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C3ADAF-36CB-2B9F-B5A4-821025AB4744}"/>
              </a:ext>
            </a:extLst>
          </p:cNvPr>
          <p:cNvSpPr txBox="1"/>
          <p:nvPr/>
        </p:nvSpPr>
        <p:spPr>
          <a:xfrm>
            <a:off x="640080" y="4908270"/>
            <a:ext cx="7815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tx2"/>
                </a:solidFill>
              </a:rPr>
              <a:t>See also README.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How to Run (MATLAB Only)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28090"/>
                </a:solidFill>
                <a:latin typeface="Calibri"/>
              </a:defRPr>
            </a:pPr>
            <a:r>
              <a:rPr dirty="0"/>
              <a:t>No Python, no headset</a:t>
            </a:r>
            <a:r>
              <a:rPr lang="en-GB" dirty="0"/>
              <a:t> needed to run 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28090"/>
                </a:solidFill>
                <a:latin typeface="Calibri"/>
              </a:rPr>
              <a:t>Step 1:</a:t>
            </a:r>
            <a:r>
              <a:rPr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b="0" i="0" dirty="0">
                <a:solidFill>
                  <a:schemeClr val="tx2"/>
                </a:solidFill>
                <a:latin typeface="Calibri"/>
              </a:rPr>
              <a:t>cd to the Presentation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onsolas"/>
              </a:defRPr>
            </a:pPr>
            <a:r>
              <a:rPr sz="1400" dirty="0">
                <a:solidFill>
                  <a:schemeClr val="tx2"/>
                </a:solidFill>
              </a:rPr>
              <a:t>cd('.../</a:t>
            </a:r>
            <a:r>
              <a:rPr sz="1400" dirty="0" err="1">
                <a:solidFill>
                  <a:schemeClr val="tx2"/>
                </a:solidFill>
              </a:rPr>
              <a:t>SSVEP_Demo_Sel</a:t>
            </a:r>
            <a:r>
              <a:rPr sz="1400" dirty="0">
                <a:solidFill>
                  <a:schemeClr val="tx2"/>
                </a:solidFill>
              </a:rPr>
              <a:t>/</a:t>
            </a:r>
            <a:r>
              <a:rPr sz="1400" dirty="0" err="1">
                <a:solidFill>
                  <a:schemeClr val="tx2"/>
                </a:solidFill>
              </a:rPr>
              <a:t>SSVEP_Demo_Sel</a:t>
            </a:r>
            <a:r>
              <a:rPr sz="1400" dirty="0">
                <a:solidFill>
                  <a:schemeClr val="tx2"/>
                </a:solidFill>
              </a:rPr>
              <a:t>/</a:t>
            </a:r>
            <a:r>
              <a:rPr sz="1400" dirty="0" err="1">
                <a:solidFill>
                  <a:schemeClr val="tx2"/>
                </a:solidFill>
              </a:rPr>
              <a:t>openBCI_game</a:t>
            </a:r>
            <a:r>
              <a:rPr sz="1400" dirty="0">
                <a:solidFill>
                  <a:schemeClr val="tx2"/>
                </a:solidFill>
              </a:rPr>
              <a:t>/Presentation')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28090"/>
                </a:solidFill>
                <a:latin typeface="Calibri"/>
              </a:rPr>
              <a:t>Step 2:</a:t>
            </a:r>
            <a:r>
              <a:rPr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b="0" i="0" dirty="0">
                <a:solidFill>
                  <a:schemeClr val="tx2"/>
                </a:solidFill>
                <a:latin typeface="Calibri"/>
              </a:rPr>
              <a:t>Run </a:t>
            </a:r>
            <a:r>
              <a:rPr b="0" i="0" dirty="0" err="1">
                <a:solidFill>
                  <a:schemeClr val="tx2"/>
                </a:solidFill>
                <a:latin typeface="Calibri"/>
              </a:rPr>
              <a:t>BCI_main</a:t>
            </a:r>
            <a:endParaRPr b="0" i="0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onsolas"/>
              </a:defRPr>
            </a:pPr>
            <a:r>
              <a:rPr sz="1400" dirty="0">
                <a:solidFill>
                  <a:schemeClr val="tx2"/>
                </a:solidFill>
              </a:rPr>
              <a:t>&gt;&gt; </a:t>
            </a:r>
            <a:r>
              <a:rPr sz="1400" dirty="0" err="1">
                <a:solidFill>
                  <a:schemeClr val="tx2"/>
                </a:solidFill>
              </a:rPr>
              <a:t>BCI_main</a:t>
            </a:r>
            <a:endParaRPr sz="1400"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28090"/>
                </a:solidFill>
                <a:latin typeface="Calibri"/>
              </a:rPr>
              <a:t>Step 3:</a:t>
            </a:r>
            <a:r>
              <a:rPr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b="0" i="0" dirty="0">
                <a:solidFill>
                  <a:schemeClr val="tx2"/>
                </a:solidFill>
                <a:latin typeface="Calibri"/>
              </a:rPr>
              <a:t>Watch the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onsolas"/>
              </a:defRPr>
            </a:pPr>
            <a:r>
              <a:rPr sz="1400" dirty="0">
                <a:solidFill>
                  <a:schemeClr val="tx2"/>
                </a:solidFill>
              </a:rPr>
              <a:t>SVM trains on synthetic data → knob display opens → classifier drives the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B7280"/>
                </a:solidFill>
                <a:latin typeface="Calibri"/>
              </a:defRPr>
            </a:pPr>
            <a:r>
              <a:rPr sz="2000" dirty="0">
                <a:solidFill>
                  <a:schemeClr val="tx2"/>
                </a:solidFill>
              </a:rPr>
              <a:t>If training CSVs are not found, the script auto-generates 30s of synthetic SSVEP data</a:t>
            </a:r>
            <a:r>
              <a:rPr lang="en-GB" sz="2000" dirty="0">
                <a:solidFill>
                  <a:schemeClr val="tx2"/>
                </a:solidFill>
              </a:rPr>
              <a:t> that I made for presentation purposes</a:t>
            </a:r>
            <a:r>
              <a:rPr sz="2000" dirty="0">
                <a:solidFill>
                  <a:schemeClr val="tx2"/>
                </a:solidFill>
              </a:rPr>
              <a:t>. MODE = 'csv' by default</a:t>
            </a:r>
            <a:r>
              <a:rPr lang="en-GB" sz="2000" dirty="0">
                <a:solidFill>
                  <a:schemeClr val="tx2"/>
                </a:solidFill>
              </a:rPr>
              <a:t>, we need to</a:t>
            </a:r>
            <a:r>
              <a:rPr sz="2000" dirty="0">
                <a:solidFill>
                  <a:schemeClr val="tx2"/>
                </a:solidFill>
              </a:rPr>
              <a:t> change to '</a:t>
            </a:r>
            <a:r>
              <a:rPr sz="2000" dirty="0" err="1">
                <a:solidFill>
                  <a:schemeClr val="tx2"/>
                </a:solidFill>
              </a:rPr>
              <a:t>lsl</a:t>
            </a:r>
            <a:r>
              <a:rPr sz="2000" dirty="0">
                <a:solidFill>
                  <a:schemeClr val="tx2"/>
                </a:solidFill>
              </a:rPr>
              <a:t>' for live EEG</a:t>
            </a:r>
            <a:r>
              <a:rPr lang="en-GB" sz="2000" dirty="0">
                <a:solidFill>
                  <a:schemeClr val="tx2"/>
                </a:solidFill>
              </a:rPr>
              <a:t> recording</a:t>
            </a:r>
            <a:r>
              <a:rPr sz="2000" dirty="0">
                <a:solidFill>
                  <a:schemeClr val="tx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Known Issues &amp; What Needs Fixing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39744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rPr sz="1600"/>
              <a:t>Missing Training CSV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014064"/>
            <a:ext cx="7772400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6B7280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The o</a:t>
            </a:r>
            <a:r>
              <a:rPr sz="1600" dirty="0" err="1">
                <a:solidFill>
                  <a:schemeClr val="tx2"/>
                </a:solidFill>
              </a:rPr>
              <a:t>riginal</a:t>
            </a:r>
            <a:r>
              <a:rPr sz="1600" dirty="0">
                <a:solidFill>
                  <a:schemeClr val="tx2"/>
                </a:solidFill>
              </a:rPr>
              <a:t> </a:t>
            </a:r>
            <a:r>
              <a:rPr lang="en-GB" sz="1600" dirty="0">
                <a:solidFill>
                  <a:schemeClr val="tx2"/>
                </a:solidFill>
              </a:rPr>
              <a:t>u</a:t>
            </a:r>
            <a:r>
              <a:rPr sz="1600" dirty="0" err="1">
                <a:solidFill>
                  <a:schemeClr val="tx2"/>
                </a:solidFill>
              </a:rPr>
              <a:t>nicorn</a:t>
            </a:r>
            <a:r>
              <a:rPr sz="1600" dirty="0">
                <a:solidFill>
                  <a:schemeClr val="tx2"/>
                </a:solidFill>
              </a:rPr>
              <a:t> </a:t>
            </a:r>
            <a:r>
              <a:rPr lang="en-GB" sz="1600" dirty="0">
                <a:solidFill>
                  <a:schemeClr val="tx2"/>
                </a:solidFill>
              </a:rPr>
              <a:t>r</a:t>
            </a:r>
            <a:r>
              <a:rPr sz="1600" dirty="0" err="1">
                <a:solidFill>
                  <a:schemeClr val="tx2"/>
                </a:solidFill>
              </a:rPr>
              <a:t>ecorder</a:t>
            </a:r>
            <a:r>
              <a:rPr sz="1600" dirty="0">
                <a:solidFill>
                  <a:schemeClr val="tx2"/>
                </a:solidFill>
              </a:rPr>
              <a:t> </a:t>
            </a:r>
            <a:r>
              <a:rPr lang="en-GB" sz="1600" dirty="0">
                <a:solidFill>
                  <a:schemeClr val="tx2"/>
                </a:solidFill>
              </a:rPr>
              <a:t>csv</a:t>
            </a:r>
            <a:r>
              <a:rPr sz="1600" dirty="0">
                <a:solidFill>
                  <a:schemeClr val="tx2"/>
                </a:solidFill>
              </a:rPr>
              <a:t>s from Dhruv</a:t>
            </a:r>
            <a:r>
              <a:rPr lang="en-GB" sz="1600" dirty="0">
                <a:solidFill>
                  <a:schemeClr val="tx2"/>
                </a:solidFill>
              </a:rPr>
              <a:t>’s computer, are </a:t>
            </a:r>
            <a:r>
              <a:rPr sz="1600" dirty="0">
                <a:solidFill>
                  <a:schemeClr val="tx2"/>
                </a:solidFill>
              </a:rPr>
              <a:t>not on </a:t>
            </a:r>
            <a:r>
              <a:rPr lang="en-GB" sz="1600" dirty="0">
                <a:solidFill>
                  <a:schemeClr val="tx2"/>
                </a:solidFill>
              </a:rPr>
              <a:t>my PC. 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	→ Regardless of whether I had these </a:t>
            </a:r>
            <a:r>
              <a:rPr lang="en-GB" sz="1600" dirty="0" err="1">
                <a:solidFill>
                  <a:schemeClr val="tx2"/>
                </a:solidFill>
              </a:rPr>
              <a:t>csvs</a:t>
            </a:r>
            <a:r>
              <a:rPr lang="en-GB" sz="1600" dirty="0">
                <a:solidFill>
                  <a:schemeClr val="tx2"/>
                </a:solidFill>
              </a:rPr>
              <a:t>, we need to retrain the SSVEP (if we decide to use it) to match 15/20hz instead of 14/18hz which it was originally trained on for signal detection accuracy.</a:t>
            </a:r>
            <a:endParaRPr sz="1600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2285629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rPr sz="1600" dirty="0"/>
              <a:t>Flicker Timing (MATLAB Figures)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59949"/>
            <a:ext cx="7772400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6B7280"/>
                </a:solidFill>
                <a:latin typeface="Calibri"/>
              </a:defRPr>
            </a:pPr>
            <a:r>
              <a:rPr sz="1600" dirty="0" err="1">
                <a:solidFill>
                  <a:schemeClr val="tx2"/>
                </a:solidFill>
              </a:rPr>
              <a:t>SSVEP_Display_Fig.m</a:t>
            </a:r>
            <a:r>
              <a:rPr sz="1600" dirty="0">
                <a:solidFill>
                  <a:schemeClr val="tx2"/>
                </a:solidFill>
              </a:rPr>
              <a:t> uses a ~60 Hz timer </a:t>
            </a:r>
            <a:r>
              <a:rPr lang="en-GB" sz="1600" dirty="0">
                <a:solidFill>
                  <a:schemeClr val="tx2"/>
                </a:solidFill>
              </a:rPr>
              <a:t>which I realise in hindsight was </a:t>
            </a:r>
            <a:r>
              <a:rPr sz="1600" b="1" dirty="0">
                <a:solidFill>
                  <a:schemeClr val="tx2"/>
                </a:solidFill>
              </a:rPr>
              <a:t>not</a:t>
            </a:r>
            <a:r>
              <a:rPr sz="1600" dirty="0">
                <a:solidFill>
                  <a:schemeClr val="tx2"/>
                </a:solidFill>
              </a:rPr>
              <a:t> frame-locked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	→ This was f</a:t>
            </a:r>
            <a:r>
              <a:rPr sz="1600" dirty="0" err="1">
                <a:solidFill>
                  <a:schemeClr val="tx2"/>
                </a:solidFill>
              </a:rPr>
              <a:t>ine</a:t>
            </a:r>
            <a:r>
              <a:rPr sz="1600" dirty="0">
                <a:solidFill>
                  <a:schemeClr val="tx2"/>
                </a:solidFill>
              </a:rPr>
              <a:t> for </a:t>
            </a:r>
            <a:r>
              <a:rPr lang="en-GB" sz="1600" dirty="0">
                <a:solidFill>
                  <a:schemeClr val="tx2"/>
                </a:solidFill>
              </a:rPr>
              <a:t>our original </a:t>
            </a:r>
            <a:r>
              <a:rPr sz="1600" dirty="0">
                <a:solidFill>
                  <a:schemeClr val="tx2"/>
                </a:solidFill>
              </a:rPr>
              <a:t>demo, </a:t>
            </a:r>
            <a:r>
              <a:rPr lang="en-GB" sz="1600" dirty="0">
                <a:solidFill>
                  <a:schemeClr val="tx2"/>
                </a:solidFill>
              </a:rPr>
              <a:t>but realistically it was </a:t>
            </a:r>
            <a:r>
              <a:rPr sz="1600" dirty="0">
                <a:solidFill>
                  <a:schemeClr val="tx2"/>
                </a:solidFill>
              </a:rPr>
              <a:t>not precise enough for </a:t>
            </a:r>
            <a:r>
              <a:rPr lang="en-GB" sz="1600" dirty="0">
                <a:solidFill>
                  <a:schemeClr val="tx2"/>
                </a:solidFill>
              </a:rPr>
              <a:t>optimal decoding.</a:t>
            </a:r>
            <a:endParaRPr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907</Words>
  <Application>Microsoft Office PowerPoint</Application>
  <PresentationFormat>On-screen Show (4:3)</PresentationFormat>
  <Paragraphs>83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 Porter</cp:lastModifiedBy>
  <cp:revision>1</cp:revision>
  <dcterms:created xsi:type="dcterms:W3CDTF">2013-01-27T09:14:16Z</dcterms:created>
  <dcterms:modified xsi:type="dcterms:W3CDTF">2026-03-26T14:31:10Z</dcterms:modified>
  <cp:category/>
</cp:coreProperties>
</file>